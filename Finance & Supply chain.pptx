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8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FA345-D8A3-4C97-AF5F-BE98B17C3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03E168-EE02-903A-7840-4C877FC31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EE047-6C1E-4097-8F98-FFAD276A7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8EB23-EE2F-4B99-9312-198EFDE49CD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BC527-80D4-CA87-64D4-37E7B6284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9A4F9-1DC4-B926-B9FE-3FE7E0179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85AEA-24D8-4B20-BAD8-475E6A7C3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658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63FE2-B3F5-D9DC-84EC-7BC1B030A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8AEC8-5868-8747-D08C-67DBAAB70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4D845-9040-9B15-5930-6BEFE46D5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8EB23-EE2F-4B99-9312-198EFDE49CD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0C905-33AA-6B3F-BA20-133111682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6CFF0-78B2-DCA7-D9D4-8BF768CA9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85AEA-24D8-4B20-BAD8-475E6A7C3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387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4E46A-7172-353D-304C-823EF3F09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4C207-A324-D5BE-6985-087659F6E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25DFA-9758-C71A-46ED-A373BC0A4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8EB23-EE2F-4B99-9312-198EFDE49CD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A254D-E7AF-4C2D-05AB-6C32C6761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9AC72-E7D7-13AC-88E4-128AAF48E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85AEA-24D8-4B20-BAD8-475E6A7C3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56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6F520-6DE6-C360-C1C5-4A52FDCD4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5886-5A4C-9624-10C7-DF6D5DA0D1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365B8F-2989-34BD-8B45-403BD66D2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3390F7-1294-2A76-D885-3424EFF5E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8EB23-EE2F-4B99-9312-198EFDE49CD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3E9141-32E5-BBCB-B369-C8EF4C49A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88C6E-6D02-C8A3-643C-5BCF1F637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85AEA-24D8-4B20-BAD8-475E6A7C3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400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DFF66-A331-8495-5D69-EA6B4C8F0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28646-7F62-DBA5-5522-69EADEB69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1B7046-8665-A17E-7F7C-4C26012EE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ADC291-F622-AA17-873E-0762E3D82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F503DF-8A84-2F58-4F8A-8D0A9F2522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4B201D-5921-26C1-99EF-BE6FD325C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8EB23-EE2F-4B99-9312-198EFDE49CD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91192F-B9A5-E6A7-7FF8-D6724B53F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C740FB-235A-A864-E44A-0C5A3E7C7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85AEA-24D8-4B20-BAD8-475E6A7C3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503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A2A27-CA66-C446-83B9-5C5DE2472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BBF801-5F45-D932-EA9F-F2DC39A4C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8EB23-EE2F-4B99-9312-198EFDE49CD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F1B599-A8B9-FAC0-7A3E-B47B29C6C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02C478-7B21-6A6A-696D-84219C26B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85AEA-24D8-4B20-BAD8-475E6A7C3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861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14273C-DDC2-D68A-C83D-0DE2AED50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8EB23-EE2F-4B99-9312-198EFDE49CD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BAFE25-3742-1493-53A9-AD00E2B2F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6D313-1FE1-1564-41CC-A1CF9C010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85AEA-24D8-4B20-BAD8-475E6A7C3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254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6360-71C2-2973-B744-C33DE3664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FB214-0D7A-DD5B-FF00-F52E7FA91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F857A1-5375-CEE8-19A0-59AFCF195C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02D834-EFFC-91DA-0A64-3812D3120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8EB23-EE2F-4B99-9312-198EFDE49CD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772589-F737-DF74-9328-9601C447A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BA08D1-F77B-9584-F3DB-3B5EF6283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85AEA-24D8-4B20-BAD8-475E6A7C3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552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A3EAD-5BED-D08A-2900-DBBFDA7D8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5FAE14-77C3-A815-6286-3BF145E4E2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71BF48-BCE4-166A-FD35-6B2EDD129D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2E597-32BF-186C-8233-C2B273202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8EB23-EE2F-4B99-9312-198EFDE49CD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CF88E3-3736-E13B-FE0D-118EBC7BF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D3506-3DD8-6602-0BA8-5E5207E28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85AEA-24D8-4B20-BAD8-475E6A7C3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841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1D253-2054-306E-C024-22EB3E68C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3626E9-F9C3-6BDC-97DE-0768D63663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D022B-1655-1783-002F-C8B1A59AE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8EB23-EE2F-4B99-9312-198EFDE49CD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2C3F8-7EFA-2E47-ED0B-F961D2F27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5EAD1-DED2-56BB-7C9D-4CC35EC01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85AEA-24D8-4B20-BAD8-475E6A7C3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882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782C6E-2855-0403-D512-C5D15D5D02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CB898-6A2C-3083-94EC-A8949527D9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ABB04-DCA7-418B-171A-568FC8D14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8EB23-EE2F-4B99-9312-198EFDE49CD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C9038-CE28-98B9-72FD-1BF3B0749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58C81-FDAA-54F2-2FC7-6364157E9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85AEA-24D8-4B20-BAD8-475E6A7C3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749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0B5DBB-1CDF-9DD5-AF2A-4D822FABF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5164E-75E7-2D92-4220-F599ECE37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A7B1E-8A21-8969-2073-7219AC3935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8EB23-EE2F-4B99-9312-198EFDE49CD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51C4B-A072-19FB-5AC7-173AC7CB6C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FD0DB-E4E7-6431-EDA5-5E92D83AEF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785AEA-24D8-4B20-BAD8-475E6A7C3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811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61199B4-A15C-1EB5-B3FA-A37E29FF6077}"/>
              </a:ext>
            </a:extLst>
          </p:cNvPr>
          <p:cNvCxnSpPr>
            <a:cxnSpLocks/>
          </p:cNvCxnSpPr>
          <p:nvPr/>
        </p:nvCxnSpPr>
        <p:spPr>
          <a:xfrm>
            <a:off x="609600" y="1032387"/>
            <a:ext cx="110416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AED90A2-C4A7-159C-B4F8-80164F637423}"/>
              </a:ext>
            </a:extLst>
          </p:cNvPr>
          <p:cNvSpPr txBox="1"/>
          <p:nvPr/>
        </p:nvSpPr>
        <p:spPr>
          <a:xfrm>
            <a:off x="816077" y="521110"/>
            <a:ext cx="6008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Bahnschrift" panose="020B0502040204020203" pitchFamily="34" charset="0"/>
              </a:rPr>
              <a:t>ATLIQ HARDWARE AND BUSINESS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472DEC-7EBE-3B5B-F25D-D9D3D120D043}"/>
              </a:ext>
            </a:extLst>
          </p:cNvPr>
          <p:cNvSpPr txBox="1"/>
          <p:nvPr/>
        </p:nvSpPr>
        <p:spPr>
          <a:xfrm>
            <a:off x="609600" y="1467154"/>
            <a:ext cx="461132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>
                <a:latin typeface="Bookman Old Style" panose="02050604050505020204" pitchFamily="18" charset="0"/>
              </a:rPr>
              <a:t>Atliq</a:t>
            </a:r>
            <a:r>
              <a:rPr lang="en-US" sz="2000" b="1" dirty="0">
                <a:latin typeface="Bookman Old Style" panose="02050604050505020204" pitchFamily="18" charset="0"/>
              </a:rPr>
              <a:t> Hardware</a:t>
            </a:r>
            <a:r>
              <a:rPr lang="en-US" sz="2000" dirty="0">
                <a:latin typeface="Bookman Old Style" panose="02050604050505020204" pitchFamily="18" charset="0"/>
              </a:rPr>
              <a:t> is a global electronics manufacturing company that designs and distributes a wide range of hardware products, including laptops, printers, mice, and other computer accessories. The company serves customers worldwide through retail partners, distributors, and direct-to-consumer channels, supporting operations across multiple regions.</a:t>
            </a:r>
            <a:endParaRPr lang="en-IN" sz="2000" dirty="0">
              <a:latin typeface="Bookman Old Style" panose="020506040505050202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613654-371B-844F-E156-44E869ABF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8126" y="1317524"/>
            <a:ext cx="5753100" cy="39352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7D5D8C1-B1A5-3497-675C-8B91B5BFECD6}"/>
              </a:ext>
            </a:extLst>
          </p:cNvPr>
          <p:cNvSpPr txBox="1"/>
          <p:nvPr/>
        </p:nvSpPr>
        <p:spPr>
          <a:xfrm>
            <a:off x="9507793" y="5899355"/>
            <a:ext cx="14727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Presented by:</a:t>
            </a:r>
          </a:p>
          <a:p>
            <a:r>
              <a:rPr lang="en-IN" dirty="0"/>
              <a:t>Poojitha Kolli</a:t>
            </a:r>
          </a:p>
        </p:txBody>
      </p:sp>
    </p:spTree>
    <p:extLst>
      <p:ext uri="{BB962C8B-B14F-4D97-AF65-F5344CB8AC3E}">
        <p14:creationId xmlns:p14="http://schemas.microsoft.com/office/powerpoint/2010/main" val="3747465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7C10C3-640E-904B-D593-9CAE204DA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E6A4417-2FDB-B1E0-2D7C-3542C89E5ADF}"/>
              </a:ext>
            </a:extLst>
          </p:cNvPr>
          <p:cNvCxnSpPr>
            <a:cxnSpLocks/>
          </p:cNvCxnSpPr>
          <p:nvPr/>
        </p:nvCxnSpPr>
        <p:spPr>
          <a:xfrm>
            <a:off x="609600" y="1032387"/>
            <a:ext cx="110416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A2F2E93-8B2A-237B-35B2-4E737D0FC24A}"/>
              </a:ext>
            </a:extLst>
          </p:cNvPr>
          <p:cNvSpPr txBox="1"/>
          <p:nvPr/>
        </p:nvSpPr>
        <p:spPr>
          <a:xfrm>
            <a:off x="816077" y="521110"/>
            <a:ext cx="42659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Bahnschrift" panose="020B0502040204020203" pitchFamily="34" charset="0"/>
              </a:rPr>
              <a:t>1. Top 5 markets by net sales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D22672-5BF7-CB84-7B75-1C81FB00E6B2}"/>
              </a:ext>
            </a:extLst>
          </p:cNvPr>
          <p:cNvSpPr txBox="1"/>
          <p:nvPr/>
        </p:nvSpPr>
        <p:spPr>
          <a:xfrm>
            <a:off x="609600" y="146715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Bookman Old Style" panose="02050604050505020204" pitchFamily="18" charset="0"/>
              </a:rPr>
              <a:t>-- Get top 5 market by net sales in fiscal year 2021</a:t>
            </a:r>
            <a:endParaRPr lang="en-IN" dirty="0">
              <a:latin typeface="Bookman Old Style" panose="0205060405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0900CA-718F-63D1-E6CE-DF379077A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04893"/>
            <a:ext cx="5868219" cy="22482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AFC44C-72EE-D971-48B0-857AE04D9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8424" y="2039464"/>
            <a:ext cx="2762636" cy="16385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6F579D1-5213-EB2B-3D73-BA5EBF499262}"/>
              </a:ext>
            </a:extLst>
          </p:cNvPr>
          <p:cNvSpPr txBox="1"/>
          <p:nvPr/>
        </p:nvSpPr>
        <p:spPr>
          <a:xfrm>
            <a:off x="9522428" y="5825613"/>
            <a:ext cx="18386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Presented by:</a:t>
            </a:r>
          </a:p>
          <a:p>
            <a:r>
              <a:rPr lang="en-IN" dirty="0"/>
              <a:t>Poojitha Kolli</a:t>
            </a:r>
          </a:p>
        </p:txBody>
      </p:sp>
    </p:spTree>
    <p:extLst>
      <p:ext uri="{BB962C8B-B14F-4D97-AF65-F5344CB8AC3E}">
        <p14:creationId xmlns:p14="http://schemas.microsoft.com/office/powerpoint/2010/main" val="3183411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88E214-416E-2330-EFB8-56424F38E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EAFC9F-910C-862D-2CBF-9FB79A066BF5}"/>
              </a:ext>
            </a:extLst>
          </p:cNvPr>
          <p:cNvCxnSpPr>
            <a:cxnSpLocks/>
          </p:cNvCxnSpPr>
          <p:nvPr/>
        </p:nvCxnSpPr>
        <p:spPr>
          <a:xfrm>
            <a:off x="609600" y="1032387"/>
            <a:ext cx="110416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ECE1-7FFB-D175-1B2E-66793CF96EB2}"/>
              </a:ext>
            </a:extLst>
          </p:cNvPr>
          <p:cNvSpPr txBox="1"/>
          <p:nvPr/>
        </p:nvSpPr>
        <p:spPr>
          <a:xfrm>
            <a:off x="816077" y="521110"/>
            <a:ext cx="43043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Bahnschrift" panose="020B0502040204020203" pitchFamily="34" charset="0"/>
              </a:rPr>
              <a:t>2.  Monthly Gross sales report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7C9B55-CD83-0ED2-3C38-4350014691C7}"/>
              </a:ext>
            </a:extLst>
          </p:cNvPr>
          <p:cNvSpPr txBox="1"/>
          <p:nvPr/>
        </p:nvSpPr>
        <p:spPr>
          <a:xfrm>
            <a:off x="609600" y="146715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Bookman Old Style" panose="02050604050505020204" pitchFamily="18" charset="0"/>
              </a:rPr>
              <a:t>-- Generate monthly gross sales report for Croma India for all the years</a:t>
            </a:r>
            <a:endParaRPr lang="en-IN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1ACD14-1EF4-661D-09EB-1FB92B14D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49" y="2469402"/>
            <a:ext cx="6784258" cy="27515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AD93EB-AB76-506A-61B0-42987C82A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5706" y="1986964"/>
            <a:ext cx="2276793" cy="21819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AFE5EF-2D18-1256-2842-8E9B2FEA674F}"/>
              </a:ext>
            </a:extLst>
          </p:cNvPr>
          <p:cNvSpPr txBox="1"/>
          <p:nvPr/>
        </p:nvSpPr>
        <p:spPr>
          <a:xfrm>
            <a:off x="9997260" y="5605687"/>
            <a:ext cx="17304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Presented by:</a:t>
            </a:r>
          </a:p>
          <a:p>
            <a:r>
              <a:rPr lang="en-IN" dirty="0"/>
              <a:t>Poojitha Kolli</a:t>
            </a:r>
          </a:p>
        </p:txBody>
      </p:sp>
    </p:spTree>
    <p:extLst>
      <p:ext uri="{BB962C8B-B14F-4D97-AF65-F5344CB8AC3E}">
        <p14:creationId xmlns:p14="http://schemas.microsoft.com/office/powerpoint/2010/main" val="3694167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BAF429-F1DD-F5A7-477F-B16AEDD3A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01668A4-9998-552A-FE22-C3A5DFFBDE96}"/>
              </a:ext>
            </a:extLst>
          </p:cNvPr>
          <p:cNvCxnSpPr>
            <a:cxnSpLocks/>
          </p:cNvCxnSpPr>
          <p:nvPr/>
        </p:nvCxnSpPr>
        <p:spPr>
          <a:xfrm>
            <a:off x="609600" y="1032387"/>
            <a:ext cx="110416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5F7A28A-0EBE-66C0-6DF1-D29B91A353D8}"/>
              </a:ext>
            </a:extLst>
          </p:cNvPr>
          <p:cNvSpPr txBox="1"/>
          <p:nvPr/>
        </p:nvSpPr>
        <p:spPr>
          <a:xfrm>
            <a:off x="816077" y="521110"/>
            <a:ext cx="30844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Bahnschrift" panose="020B0502040204020203" pitchFamily="34" charset="0"/>
              </a:rPr>
              <a:t>3. net sales % report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FAE7B1-2112-E56D-799A-44672F240C0E}"/>
              </a:ext>
            </a:extLst>
          </p:cNvPr>
          <p:cNvSpPr txBox="1"/>
          <p:nvPr/>
        </p:nvSpPr>
        <p:spPr>
          <a:xfrm>
            <a:off x="609600" y="146715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Bookman Old Style" panose="02050604050505020204" pitchFamily="18" charset="0"/>
              </a:rPr>
              <a:t>-- Generate a net sales % report of customers in different regions. </a:t>
            </a:r>
            <a:endParaRPr lang="en-IN" dirty="0">
              <a:latin typeface="Bookman Old Style" panose="020506040505050202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CBEF9B-4104-F717-6CE0-7BDB8DDE7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186" y="1564899"/>
            <a:ext cx="4039164" cy="39248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DE009BE-648B-484C-CE31-EC2FBA347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757" y="2379411"/>
            <a:ext cx="7106642" cy="36772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7D095BE-6A62-DBE2-1474-187F5E0D6B65}"/>
              </a:ext>
            </a:extLst>
          </p:cNvPr>
          <p:cNvSpPr txBox="1"/>
          <p:nvPr/>
        </p:nvSpPr>
        <p:spPr>
          <a:xfrm>
            <a:off x="10013208" y="5825613"/>
            <a:ext cx="17501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Presented by:</a:t>
            </a:r>
          </a:p>
          <a:p>
            <a:r>
              <a:rPr lang="en-IN" dirty="0"/>
              <a:t>Poojitha Kolli</a:t>
            </a:r>
          </a:p>
        </p:txBody>
      </p:sp>
    </p:spTree>
    <p:extLst>
      <p:ext uri="{BB962C8B-B14F-4D97-AF65-F5344CB8AC3E}">
        <p14:creationId xmlns:p14="http://schemas.microsoft.com/office/powerpoint/2010/main" val="1003274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4D881C-BD48-4934-4E4B-EB9BCFA2F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E5304C8-D354-F41D-4ECD-37BEEE6A7F09}"/>
              </a:ext>
            </a:extLst>
          </p:cNvPr>
          <p:cNvCxnSpPr>
            <a:cxnSpLocks/>
          </p:cNvCxnSpPr>
          <p:nvPr/>
        </p:nvCxnSpPr>
        <p:spPr>
          <a:xfrm>
            <a:off x="609600" y="1032387"/>
            <a:ext cx="110416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7698D83-88E2-E819-0125-570343F8F343}"/>
              </a:ext>
            </a:extLst>
          </p:cNvPr>
          <p:cNvSpPr txBox="1"/>
          <p:nvPr/>
        </p:nvSpPr>
        <p:spPr>
          <a:xfrm>
            <a:off x="816077" y="521110"/>
            <a:ext cx="3038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Bahnschrift" panose="020B0502040204020203" pitchFamily="34" charset="0"/>
              </a:rPr>
              <a:t>4. Forecast accuracy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24CB74-63D3-B4DE-C7D9-C8618CC68A41}"/>
              </a:ext>
            </a:extLst>
          </p:cNvPr>
          <p:cNvSpPr txBox="1"/>
          <p:nvPr/>
        </p:nvSpPr>
        <p:spPr>
          <a:xfrm>
            <a:off x="609600" y="14671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Bookman Old Style" panose="02050604050505020204" pitchFamily="18" charset="0"/>
              </a:rPr>
              <a:t>-- Get forecast accuracy of FY 2021. </a:t>
            </a:r>
            <a:endParaRPr lang="en-IN" dirty="0"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5D3A0D-EF3B-BA33-7F81-5DE0C3737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981" y="1917290"/>
            <a:ext cx="5712542" cy="22122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538958-E435-4533-C7B2-945B26DEE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32" y="1917291"/>
            <a:ext cx="5944171" cy="42671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8EF2108-55A1-43AF-5732-A57B4F147BC0}"/>
              </a:ext>
            </a:extLst>
          </p:cNvPr>
          <p:cNvSpPr txBox="1"/>
          <p:nvPr/>
        </p:nvSpPr>
        <p:spPr>
          <a:xfrm>
            <a:off x="9999407" y="5861322"/>
            <a:ext cx="16518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Presented by:</a:t>
            </a:r>
          </a:p>
          <a:p>
            <a:r>
              <a:rPr lang="en-IN" dirty="0"/>
              <a:t>Poojitha Kolli</a:t>
            </a:r>
          </a:p>
        </p:txBody>
      </p:sp>
    </p:spTree>
    <p:extLst>
      <p:ext uri="{BB962C8B-B14F-4D97-AF65-F5344CB8AC3E}">
        <p14:creationId xmlns:p14="http://schemas.microsoft.com/office/powerpoint/2010/main" val="138483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152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Bahnschrift</vt:lpstr>
      <vt:lpstr>Bookman Old Style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poojitha k</dc:creator>
  <cp:lastModifiedBy>poojitha k</cp:lastModifiedBy>
  <cp:revision>1</cp:revision>
  <dcterms:created xsi:type="dcterms:W3CDTF">2026-01-06T07:06:55Z</dcterms:created>
  <dcterms:modified xsi:type="dcterms:W3CDTF">2026-01-06T15:29:45Z</dcterms:modified>
</cp:coreProperties>
</file>